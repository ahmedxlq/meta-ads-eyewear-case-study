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Montserrat" charset="1" panose="00000500000000000000"/>
      <p:regular r:id="rId10"/>
    </p:embeddedFont>
    <p:embeddedFont>
      <p:font typeface="Open Sans Bold" charset="1" panose="00000000000000000000"/>
      <p:regular r:id="rId11"/>
    </p:embeddedFont>
    <p:embeddedFont>
      <p:font typeface="Montserrat Bold" charset="1" panose="00000800000000000000"/>
      <p:regular r:id="rId12"/>
    </p:embeddedFont>
    <p:embeddedFont>
      <p:font typeface="Open Sans" charset="1" panose="00000000000000000000"/>
      <p:regular r:id="rId13"/>
    </p:embeddedFont>
    <p:embeddedFont>
      <p:font typeface="Canva Sans" charset="1" panose="020B0503030501040103"/>
      <p:regular r:id="rId14"/>
    </p:embeddedFont>
    <p:embeddedFont>
      <p:font typeface="Canva Sans Medium" charset="1" panose="020B0603030501040103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98872" y="458184"/>
            <a:ext cx="326225" cy="336000"/>
          </a:xfrm>
          <a:custGeom>
            <a:avLst/>
            <a:gdLst/>
            <a:ahLst/>
            <a:cxnLst/>
            <a:rect r="r" b="b" t="t" l="l"/>
            <a:pathLst>
              <a:path h="336000" w="326225">
                <a:moveTo>
                  <a:pt x="0" y="0"/>
                </a:moveTo>
                <a:lnTo>
                  <a:pt x="326225" y="0"/>
                </a:lnTo>
                <a:lnTo>
                  <a:pt x="326225" y="336000"/>
                </a:lnTo>
                <a:lnTo>
                  <a:pt x="0" y="336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312280" y="2057661"/>
            <a:ext cx="10639267" cy="239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2"/>
              </a:lnSpc>
              <a:spcBef>
                <a:spcPct val="0"/>
              </a:spcBef>
            </a:pPr>
            <a:r>
              <a:rPr lang="en-US" sz="140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 ADS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1771" y="9626320"/>
            <a:ext cx="503758" cy="26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8203" y="4187349"/>
            <a:ext cx="13862640" cy="239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2"/>
              </a:lnSpc>
              <a:spcBef>
                <a:spcPct val="0"/>
              </a:spcBef>
            </a:pPr>
            <a:r>
              <a:rPr lang="en-US" b="true" sz="14037">
                <a:solidFill>
                  <a:srgbClr val="FFBD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0814" y="6984987"/>
            <a:ext cx="6880250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Vision Jeddah Eyewear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33364" y="7032612"/>
            <a:ext cx="78916" cy="597723"/>
            <a:chOff x="0" y="0"/>
            <a:chExt cx="20784" cy="157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84" cy="157425"/>
            </a:xfrm>
            <a:custGeom>
              <a:avLst/>
              <a:gdLst/>
              <a:ahLst/>
              <a:cxnLst/>
              <a:rect r="r" b="b" t="t" l="l"/>
              <a:pathLst>
                <a:path h="157425" w="20784">
                  <a:moveTo>
                    <a:pt x="0" y="0"/>
                  </a:moveTo>
                  <a:lnTo>
                    <a:pt x="20784" y="0"/>
                  </a:lnTo>
                  <a:lnTo>
                    <a:pt x="20784" y="157425"/>
                  </a:lnTo>
                  <a:lnTo>
                    <a:pt x="0" y="157425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784" cy="19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91325" y="218289"/>
            <a:ext cx="261897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Portfolio projected by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AHMED MAHMOUD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58933"/>
            <a:ext cx="7450973" cy="9313717"/>
          </a:xfrm>
          <a:custGeom>
            <a:avLst/>
            <a:gdLst/>
            <a:ahLst/>
            <a:cxnLst/>
            <a:rect r="r" b="b" t="t" l="l"/>
            <a:pathLst>
              <a:path h="9313717" w="7450973">
                <a:moveTo>
                  <a:pt x="0" y="0"/>
                </a:moveTo>
                <a:lnTo>
                  <a:pt x="7450973" y="0"/>
                </a:lnTo>
                <a:lnTo>
                  <a:pt x="7450973" y="9313717"/>
                </a:lnTo>
                <a:lnTo>
                  <a:pt x="0" y="931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03643" y="1822437"/>
            <a:ext cx="7955657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r" rtl="true">
              <a:lnSpc>
                <a:spcPts val="2659"/>
              </a:lnSpc>
              <a:spcBef>
                <a:spcPct val="0"/>
              </a:spcBef>
            </a:pPr>
            <a:r>
              <a:rPr lang="ar-EG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 val="true"/>
              </a:rPr>
              <a:t>ارتقِ بإطلالتك اليومية مع مجموعة النظارات الجديدة لدينا. 🕶️✨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ar-EG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 val="true"/>
              </a:rPr>
              <a:t>من الإطارات العريضة إلى التصاميم الأنيقة، اكتشف الزوج المثالي الذي يخطف الأنظار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ar-EG" b="true" sz="18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  <a:rtl val="true"/>
              </a:rPr>
              <a:t>توصيل مجاني داخل جدة</a:t>
            </a:r>
            <a:r>
              <a:rPr lang="en-US" b="true" sz="18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95184" y="3816535"/>
            <a:ext cx="9192816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Elevate y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everyday look with our new eyewear collection. 🕶️✨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oversized frames to sleek silhouettes, find the perfect pair to steal the spotlight.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🚚 Free Delivery inside Jeddah!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31823" cy="10287000"/>
            <a:chOff x="0" y="0"/>
            <a:chExt cx="812800" cy="1206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206216"/>
            </a:xfrm>
            <a:custGeom>
              <a:avLst/>
              <a:gdLst/>
              <a:ahLst/>
              <a:cxnLst/>
              <a:rect r="r" b="b" t="t" l="l"/>
              <a:pathLst>
                <a:path h="120621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206216"/>
                  </a:lnTo>
                  <a:lnTo>
                    <a:pt x="0" y="1206216"/>
                  </a:lnTo>
                  <a:close/>
                </a:path>
              </a:pathLst>
            </a:custGeom>
            <a:blipFill>
              <a:blip r:embed="rId2"/>
              <a:stretch>
                <a:fillRect l="0" t="-664" r="0" b="-6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4651" y="2636323"/>
            <a:ext cx="8693378" cy="5014354"/>
            <a:chOff x="0" y="0"/>
            <a:chExt cx="11591171" cy="66858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1591171" cy="127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59"/>
                </a:lnSpc>
              </a:pPr>
              <a:r>
                <a:rPr lang="en-US" b="true" sz="63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Targeting Strategy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801847"/>
              <a:ext cx="11591171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Campagin Objectives: Sales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Location: Jeddah, Saudia Arabia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Audience:Men &amp;Women, Age 18-35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Interest: Fashion, Eyewear, Luxury Brands, Shopping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Placements: Instagram Feed &amp; Stories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0" y="3173798"/>
              <a:ext cx="11591171" cy="0"/>
            </a:xfrm>
            <a:prstGeom prst="line">
              <a:avLst/>
            </a:prstGeom>
            <a:ln cap="rnd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16328" y="1503013"/>
            <a:ext cx="1104900" cy="57150"/>
          </a:xfrm>
          <a:prstGeom prst="rect">
            <a:avLst/>
          </a:prstGeom>
          <a:solidFill>
            <a:srgbClr val="88A20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1786616" y="1028700"/>
            <a:ext cx="5472684" cy="8229600"/>
          </a:xfrm>
          <a:custGeom>
            <a:avLst/>
            <a:gdLst/>
            <a:ahLst/>
            <a:cxnLst/>
            <a:rect r="r" b="b" t="t" l="l"/>
            <a:pathLst>
              <a:path h="8229600" w="5472684">
                <a:moveTo>
                  <a:pt x="0" y="0"/>
                </a:moveTo>
                <a:lnTo>
                  <a:pt x="5472684" y="0"/>
                </a:lnTo>
                <a:lnTo>
                  <a:pt x="54726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6328" y="2152650"/>
            <a:ext cx="8635444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</a:pPr>
            <a:r>
              <a:rPr lang="en-US" b="true" sz="9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 &amp; Forcasting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6328" y="5431187"/>
            <a:ext cx="863544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Monthly Budget: $500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Estimated Cost Per Click: $0.50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Estimated Clicks: 1,000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Expected Conversion Rate: 2%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Projected Order: 20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Targeted Cost Per Acquisition: $25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DAHYuyTlKD8</dc:identifier>
  <dcterms:modified xsi:type="dcterms:W3CDTF">2011-08-01T06:04:30Z</dcterms:modified>
  <cp:revision>1</cp:revision>
  <dc:title>Marketing</dc:title>
</cp:coreProperties>
</file>